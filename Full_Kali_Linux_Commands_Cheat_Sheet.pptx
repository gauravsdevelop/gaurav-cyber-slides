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Kali Linux Commands Cheat Sheet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categorized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Linux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pwd – Show current directory</a:t>
            </a:r>
          </a:p>
          <a:p>
            <a:r>
              <a:t>ls – List files and folders</a:t>
            </a:r>
          </a:p>
          <a:p>
            <a:r>
              <a:t>cd – Change directory</a:t>
            </a:r>
          </a:p>
          <a:p>
            <a:r>
              <a:t>mkdir – Create a directory</a:t>
            </a:r>
          </a:p>
          <a:p>
            <a:r>
              <a:t>rm – Remove files or directories</a:t>
            </a:r>
          </a:p>
          <a:p>
            <a:r>
              <a:t>cp – Copy files or directories</a:t>
            </a:r>
          </a:p>
          <a:p>
            <a:r>
              <a:t>mv – Move/rename files or directories</a:t>
            </a:r>
          </a:p>
          <a:p>
            <a:r>
              <a:t>touch – Create an empty file</a:t>
            </a:r>
          </a:p>
          <a:p>
            <a:r>
              <a:t>cat – Display contents of a file</a:t>
            </a:r>
          </a:p>
          <a:p>
            <a:r>
              <a:t>nano / vim – Text editors</a:t>
            </a:r>
          </a:p>
          <a:p>
            <a:r>
              <a:t>clear – Clear terminal screen</a:t>
            </a:r>
          </a:p>
          <a:p>
            <a:r>
              <a:t>history – Show command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uname -a – Show system info</a:t>
            </a:r>
          </a:p>
          <a:p>
            <a:r>
              <a:t>top – Task manager</a:t>
            </a:r>
          </a:p>
          <a:p>
            <a:r>
              <a:t>htop – Better task manager</a:t>
            </a:r>
          </a:p>
          <a:p>
            <a:r>
              <a:t>df -h – Show disk usage</a:t>
            </a:r>
          </a:p>
          <a:p>
            <a:r>
              <a:t>free -m – Show RAM usage</a:t>
            </a:r>
          </a:p>
          <a:p>
            <a:r>
              <a:t>whoami – Show current user</a:t>
            </a:r>
          </a:p>
          <a:p>
            <a:r>
              <a:t>uptime – Show system uptime</a:t>
            </a:r>
          </a:p>
          <a:p>
            <a:r>
              <a:t>hostname – Show system hostname</a:t>
            </a:r>
          </a:p>
          <a:p>
            <a:r>
              <a:t>ifconfig / ip a – Show IP/network info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ping [host] – Ping a host</a:t>
            </a:r>
          </a:p>
          <a:p>
            <a:r>
              <a:t>traceroute [host] – Trace route</a:t>
            </a:r>
          </a:p>
          <a:p>
            <a:r>
              <a:t>netstat -tuln – Show open ports</a:t>
            </a:r>
          </a:p>
          <a:p>
            <a:r>
              <a:t>nmap [target] – Network scanner</a:t>
            </a:r>
          </a:p>
          <a:p>
            <a:r>
              <a:t>whois [domain] – WHOIS info</a:t>
            </a:r>
          </a:p>
          <a:p>
            <a:r>
              <a:t>dig [domain] – DNS lookup</a:t>
            </a:r>
          </a:p>
          <a:p>
            <a:r>
              <a:t>tcpdump – Packet capture</a:t>
            </a:r>
          </a:p>
          <a:p>
            <a:r>
              <a:t>wireshark – GUI packet analyzer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Kali-Specific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msfconsole – Launch Metasploit Framework</a:t>
            </a:r>
          </a:p>
          <a:p>
            <a:r>
              <a:t>airmon-ng – Start monitor mode (wireless)</a:t>
            </a:r>
          </a:p>
          <a:p>
            <a:r>
              <a:t>airodump-ng – Capture packets (Wi-Fi)</a:t>
            </a:r>
          </a:p>
          <a:p>
            <a:r>
              <a:t>aircrack-ng – Crack WEP/WPA keys</a:t>
            </a:r>
          </a:p>
          <a:p>
            <a:r>
              <a:t>hydra – Password brute force</a:t>
            </a:r>
          </a:p>
          <a:p>
            <a:r>
              <a:t>john – Password cracker</a:t>
            </a:r>
          </a:p>
          <a:p>
            <a:r>
              <a:t>burpsuite – Web vulnerability scanner</a:t>
            </a:r>
          </a:p>
          <a:p>
            <a:r>
              <a:t>sqlmap – SQL injection tool</a:t>
            </a:r>
          </a:p>
          <a:p>
            <a:r>
              <a:t>nikto – Web server scanner</a:t>
            </a:r>
          </a:p>
          <a:p>
            <a:r>
              <a:t>setoolkit – Social engineering toolkit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Privilege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-l – List allowed sudo commands</a:t>
            </a:r>
          </a:p>
          <a:p>
            <a:r>
              <a:t>cat /etc/passwd – Show user accounts</a:t>
            </a:r>
          </a:p>
          <a:p>
            <a:r>
              <a:t>cat /etc/shadow – Password hashes (root only)</a:t>
            </a:r>
          </a:p>
          <a:p>
            <a:r>
              <a:t>groups [user] – Show user’s groups</a:t>
            </a:r>
          </a:p>
          <a:p>
            <a:r>
              <a:t>getent passwd – System account listing</a:t>
            </a:r>
          </a:p>
          <a:p>
            <a:r>
              <a:t>sudo su – Switch to root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File &amp; System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locate [file] – Quickly find file path</a:t>
            </a:r>
          </a:p>
          <a:p>
            <a:r>
              <a:t>find / -name [file] – Search for a file</a:t>
            </a:r>
          </a:p>
          <a:p>
            <a:r>
              <a:t>grep "text" [file] – Search text in a file</a:t>
            </a:r>
          </a:p>
          <a:p>
            <a:r>
              <a:t>tar -xvf file.tar – Extract .tar files</a:t>
            </a:r>
          </a:p>
          <a:p>
            <a:r>
              <a:t>tar -czvf out.tar.gz dir – Create .tar.gz archive</a:t>
            </a:r>
          </a:p>
          <a:p>
            <a:r>
              <a:t>alias – View/set command aliases</a:t>
            </a:r>
          </a:p>
          <a:p>
            <a:r>
              <a:t>mount / umount – Mount/unmount drives</a:t>
            </a:r>
          </a:p>
          <a:p>
            <a:r>
              <a:t>fdisk -l – List disks and partitions</a:t>
            </a:r>
          </a:p>
          <a:p>
            <a:r>
              <a:t>lsblk – Block device info</a:t>
            </a:r>
          </a:p>
          <a:p>
            <a:r>
              <a:t>crontab -e – Edit cron jobs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Exploitation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msfvenom – Create payloads</a:t>
            </a:r>
          </a:p>
          <a:p>
            <a:r>
              <a:t>msfconsole – Metasploit interface</a:t>
            </a:r>
          </a:p>
          <a:p>
            <a:r>
              <a:t>searchsploit [keyword] – Find local exploits</a:t>
            </a:r>
          </a:p>
          <a:p>
            <a:r>
              <a:t>searchsploit -m [id] – Copy exploit to current dir</a:t>
            </a:r>
          </a:p>
          <a:p>
            <a:r>
              <a:t>veil – Evasion framework</a:t>
            </a:r>
          </a:p>
          <a:p>
            <a:r>
              <a:t>apktool / dex2jar / jadx – Android reverse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Wireless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airmon-ng start wlan0 – Start monitor mode</a:t>
            </a:r>
          </a:p>
          <a:p>
            <a:r>
              <a:t>airodump-ng wlan0mon – Capture Wi-Fi packets</a:t>
            </a:r>
          </a:p>
          <a:p>
            <a:r>
              <a:t>airodump-ng -c [channel] --bssid [BSSID] -w dump wlan0mon – Targeted capture</a:t>
            </a:r>
          </a:p>
          <a:p>
            <a:r>
              <a:t>aireplay-ng -0 5 -a [BSSID] wlan0mon – Deauth attack</a:t>
            </a:r>
          </a:p>
          <a:p>
            <a:r>
              <a:t>aircrack-ng dump.cap -w wordlist.txt – Crack WPA/WPA2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burpsuite – Intercept HTTP traffic</a:t>
            </a:r>
          </a:p>
          <a:p>
            <a:r>
              <a:t>nikto -h [host] – Web server scanner</a:t>
            </a:r>
          </a:p>
          <a:p>
            <a:r>
              <a:t>wpscan --url [site] – WordPress vulnerability scanner</a:t>
            </a:r>
          </a:p>
          <a:p>
            <a:r>
              <a:t>whatweb [url] – Website fingerprinting</a:t>
            </a:r>
          </a:p>
          <a:p>
            <a:r>
              <a:t>sqlmap -u [url] --dbs – SQL injection tool</a:t>
            </a:r>
          </a:p>
          <a:p>
            <a:r>
              <a:t>theharvester – Email &amp; subdomain enumeration</a:t>
            </a:r>
          </a:p>
          <a:p>
            <a:r>
              <a:t>dirb / gobuster – Web directory brute force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Reverse Engineering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gdb – GNU Debugger</a:t>
            </a:r>
          </a:p>
          <a:p>
            <a:r>
              <a:t>radare2 – Advanced disassembler/debugger</a:t>
            </a:r>
          </a:p>
          <a:p>
            <a:r>
              <a:t>objdump -d [binary] – Disassemble binary</a:t>
            </a:r>
          </a:p>
          <a:p>
            <a:r>
              <a:t>strace / ltrace – Trace system or library calls</a:t>
            </a:r>
          </a:p>
          <a:p>
            <a:r>
              <a:t>ghidra – Reverse engineering tool</a:t>
            </a:r>
          </a:p>
          <a:p>
            <a:r>
              <a:t>binwalk – Firmware analysis</a:t>
            </a:r>
          </a:p>
          <a:p>
            <a:r>
              <a:t>strings [file] – Extract strings</a:t>
            </a:r>
          </a:p>
          <a:p>
            <a:r>
              <a:t>checksec --file=binary – Binary security check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Exploitation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mimikatz – Credential dumping (Windows)</a:t>
            </a:r>
          </a:p>
          <a:p>
            <a:r>
              <a:t>beef-xss – Browser Exploitation Framework</a:t>
            </a:r>
          </a:p>
          <a:p>
            <a:r>
              <a:t>powershell -enc ... – Obfuscated PowerShell</a:t>
            </a:r>
          </a:p>
          <a:p>
            <a:r>
              <a:t>whoami &amp;&amp; ipconfig – Recon on compromised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